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中信建投证券 · 实习答辩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32320" y="651052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跨智能体协同执行智能监控与结果筛选优化研究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3749040" cy="640080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48640" y="640080"/>
            <a:ext cx="2103120" cy="2103120"/>
          </a:xfrm>
          <a:prstGeom prst="arc">
            <a:avLst/>
          </a:prstGeom>
          <a:solidFill>
            <a:srgbClr val="18324A">
              <a:alpha val="0"/>
            </a:srgbClr>
          </a:solidFill>
          <a:ln w="25400">
            <a:solidFill>
              <a:srgbClr val="52708C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04288" y="1618488"/>
            <a:ext cx="146304" cy="146304"/>
          </a:xfrm>
          <a:prstGeom prst="ellipse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5668" y="229159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" y="229159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8428" y="94537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5668" y="94537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实习答辩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" y="3822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A9B8C7"/>
                </a:solidFill>
              </a:rPr>
              <a:t>PRESENTATION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37160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跨智能体协同执行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智能监控与结果筛选优化研究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70832" y="28803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587"/>
                </a:solidFill>
              </a:rPr>
              <a:t>从技术机制到证券业务应用的项目实践与思考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0832" y="3401568"/>
            <a:ext cx="914400" cy="0"/>
          </a:xfrm>
          <a:prstGeom prst="line">
            <a:avLst/>
          </a:prstGeom>
          <a:noFill/>
          <a:ln w="38100">
            <a:solidFill>
              <a:srgbClr val="B21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794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442"/>
                </a:solidFill>
              </a:rPr>
              <a:t>汇报人：XXX    部门：XXX    实习辅导员：XXX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442"/>
                </a:solidFill>
              </a:rPr>
              <a:t>答辩日期：2026年9月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70832" y="51663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B88"/>
                </a:solidFill>
              </a:rPr>
              <a:t>建议总页数：8–9页  ·  个人阐述控制在 7–8 分钟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01  实习内容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实习工作概览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建议讲述 45–60 秒：只讲“做了什么 + 产出了什么”，不展开技术细节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64008" cy="347472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课题研究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围绕跨智能体协同执行链路，研究任务状态监控、异常识别、结果质量评估与候选结果筛选机制。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64008" cy="347472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工程实践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参与/搭建 Agent 协同流程；梳理调用链路与关键指标；完成监控、日志、结果评估或实验验证模块。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64008" cy="347472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阶段产出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技术方案/调研总结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原型或核心模块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指标体系与实验结果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面向证券场景的应用分析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替换提示：把三张卡片改成你真实的“职责—行动—产出”，每张最多 3 行重点。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为什么要做跨智能体执行监控与结果筛选？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50–60 秒：先定义问题，再给出你的研究目标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多智能体协同不是“调用更多模型”，而是一个可观测、可控制、可评价的执行系统。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链路复杂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Agent 间存在规划、委派、工具调用与回传，故障点增多。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5409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9300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过程不透明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仅看最终答案难定位错误来源，缺少过程级状态与证据。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8873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2764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结果不稳定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不同 Agent 可能产生冲突、重复或低质量候选结果。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2337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6228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3F1"/>
          </a:solidFill>
          <a:ln w="12700">
            <a:solidFill>
              <a:srgbClr val="E7B8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1F2D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业务要求高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证券业务强调准确性、时效性、合规性与可追溯性。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5074920"/>
            <a:ext cx="8458200" cy="59436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 w="12700">
            <a:solidFill>
              <a:srgbClr val="C9D8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526694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5B88"/>
                </a:solidFill>
              </a:rPr>
              <a:t>研究目标：让协同执行“看得见、控得住、选得准”，提升复杂任务的稳定性与结果可信度。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技术方案：监控 + 评估 + 筛选的闭环架构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70–90 秒：沿箭头讲清数据如何流动，以及你负责的模块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8541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用户任务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Query / Goal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任务规划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拆解 · 路由 · 调度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92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执行 Agent 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检索 · 工具 · 推理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78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3F1"/>
          </a:solidFill>
          <a:ln w="15240">
            <a:solidFill>
              <a:srgbClr val="D99A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1F2D"/>
                </a:solidFill>
              </a:rPr>
              <a:t>结果评估器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质量 · 一致性 · 风险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464040" y="1965960"/>
            <a:ext cx="2011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185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筛选与输出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5548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排序 · 聚合 · 回退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57400" y="370332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EEF5F3"/>
          </a:solidFill>
          <a:ln w="12700">
            <a:solidFill>
              <a:srgbClr val="C7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904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E"/>
                </a:solidFill>
              </a:rPr>
              <a:t>智能监控层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390448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442"/>
                </a:solidFill>
              </a:rPr>
              <a:t>Trace / 状态 / 时延 / Token / 工具调用 / 异常 / 重试 / 证据链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42702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587"/>
                </a:solidFill>
              </a:rPr>
              <a:t>实时采集执行轨迹 → 识别异常节点 → 触发重试、降级或重新规划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675888"/>
            <a:ext cx="0" cy="-640080"/>
          </a:xfrm>
          <a:prstGeom prst="line">
            <a:avLst/>
          </a:prstGeom>
          <a:noFill/>
          <a:ln w="22860">
            <a:solidFill>
              <a:srgbClr val="2E7D6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232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你的工作①：监控指标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80360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你的工作②：异常策略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47488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你的工作③：评估打分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14616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0336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你的工作④：筛选优化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00032" y="5330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587"/>
                </a:solidFill>
              </a:rPr>
              <a:t>按实际参与内容保留 2–3 项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智能监控：从“最终结果”下钻到“执行过程”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60–75 秒：突出可观测性与异常处置，不必堆实现细节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73152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监控维度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901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典型指标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价值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221992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运行状态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3591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任务成功率 / Agent 成功率 / 重试次数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6440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判断执行链路是否稳定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性能效率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108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端到端时延 / 节点耗时 / Token / 工具耗时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定位性能瓶颈与资源消耗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21608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1F2D"/>
                </a:solidFill>
              </a:rPr>
              <a:t>质量风险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38587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格式校验 / 事实一致性 / 置信度 / 冲突率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3858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提前发现低质量候选结果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471416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085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可追溯性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4608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Trace ID / 输入输出 / 工具证据 / 异常日志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46085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支持复盘、审计与问题定位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16459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645920"/>
            <a:ext cx="64008" cy="182880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异常处置闭环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67928" y="2176272"/>
            <a:ext cx="28163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发现异常 → 定位节点 → 判断可恢复性 → 重试 / 切换 Agent / 降级 / 人工兜底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3703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703320"/>
            <a:ext cx="64008" cy="210312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答辩时可展示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67928" y="4233672"/>
            <a:ext cx="281635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一张真实 Trace 截图、监控面板或异常案例，比大段代码更适合答辩。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结果筛选优化：把“多个答案”变成“可信答案”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70–90 秒：讲清评价维度、筛选策略和实验指标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73736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46888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5EE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320040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1F2D"/>
                </a:solidFill>
              </a:rPr>
              <a:t>多维评估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15968" y="2880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9489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正确性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33288" y="2880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29489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相关性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15968" y="3337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34061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完整性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33288" y="3337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34061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一致性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5968" y="37947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38633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合规/风险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5B88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726680" y="1965960"/>
            <a:ext cx="361188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C7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6E"/>
                </a:solidFill>
              </a:rPr>
              <a:t>筛选策略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1000" y="2761488"/>
            <a:ext cx="2880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① 规则硬过滤：格式、敏感项、缺失证据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② 评分排序：加权分 / Judge 模型 / 一致性投票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③ 聚合与回退：融合优质结果，低置信度触发重试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983480"/>
            <a:ext cx="10241280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C9D8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5202936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B88"/>
                </a:solidFill>
              </a:rPr>
              <a:t>实验建议：用“准确率 / 任务成功率 / 平均时延 / Token 成本 / 人工复核率”对比优化前后；把真实数据替换到此处。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证券公司应用场景：价值不只在“答得快”，更在“可控可信”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60–75 秒：选 1 个与你部门最贴近的场景重点讲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8F7"/>
          </a:solidFill>
          <a:ln w="12700">
            <a:solidFill>
              <a:srgbClr val="E8C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47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1F2D"/>
                </a:solidFill>
              </a:rPr>
              <a:t>投研辅助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90195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多 Agent 分工完成资料检索、财务分析、事件梳理与观点汇总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726680" y="1901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来源追溯、观点冲突、事实一致性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85800" y="3035808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智能客服 / 投顾辅助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32004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意图识别、知识检索、规则判断、回答生成协同执行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726680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合规边界、回答准确、低置信度兜底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4334256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544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运营与风控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449884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多源信息采集、规则校验、异常分析、报告生成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726680" y="44988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过程审计、异常告警、结果可解释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932688" y="1435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场景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1435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协同方式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监控 / 筛选关注点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证券场景表达建议：少讲“万能 Agent”，多讲准确性、合规性、时效性、可追溯性和人工兜底。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03  实习收获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从“完成任务”到“解决问题”的工作方式升级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60–90 秒：每点配一个具体例子，避免只说抽象感受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64008" cy="356616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工作方式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从“先写代码”转向“先明确目标与验收标准”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拆解问题与风险前置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用指标验证，而非凭感觉判断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主动同步进度与阻塞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45920"/>
            <a:ext cx="64008" cy="35661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学习方式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从“学知识点”转向“围绕真实问题构建知识体系”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文档 / 论文 / 源码交叉验证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小实验快速验证假设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沉淀可复用的方法与模板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64008" cy="356616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团队与文化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对企业文化的理解落到具体行为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专业：对结果质量负责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协同：及时沟通、主动补位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合规：尊重边界、保留证据链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客户导向：技术最终服务业务价值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文化表述请结合你在中信建投真实观察到的制度、团队协作或辅导员指导方式进行替换。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04  辅导员寄语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实习辅导员寄语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此页建议直接放辅导员原话；如果有签名/合影，可放右侧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7315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7A4AA"/>
                </a:solidFill>
              </a:rPr>
              <a:t>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58978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442"/>
                </a:solidFill>
              </a:rPr>
              <a:t>请在这里粘贴实习辅导员寄语。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442"/>
                </a:solidFill>
              </a:rPr>
              <a:t>建议 80–150 字，可包含：对实习表现的评价、技术/工作方式上的成长、未来发展的建议与期待。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0" y="4983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324A"/>
                </a:solidFill>
              </a:rPr>
              <a:t>—— 实习辅导员：XXX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1645920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E9EEF3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87587"/>
                </a:solidFill>
              </a:rPr>
              <a:t>照片 / 签名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87587"/>
                </a:solidFill>
              </a:rPr>
              <a:t>占位区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1F2D"/>
                </a:solidFill>
              </a:rPr>
              <a:t>感谢各位老师指导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Q&amp;A  备用页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可能被追问的 6 个问题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本页可作为答辩备用，不主动讲；建议提前准备 30–45 秒版本答案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9032" y="17647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为什么需要多智能体，而不是单 Agent？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31152" y="17647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监控指标里，哪个最能反映系统稳定性？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92608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99032" y="3090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结果评估如何避免 Judge 模型自身不可靠？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292608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3090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筛选优化带来了多少准确率提升与额外成本？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25196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99032" y="44165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证券场景中如何处理合规与数据安全？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25196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44165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如果线上出现 Agent 循环/超时，你怎么止损？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建议额外准备：你的具体贡献占比、最难问题、失败案例、量化结果、如果再做一次会如何优化。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中信建投证券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跨智能体协同执行智能监控与结果筛选优化研究</dc:title>
  <dc:subject>实习答辩PPT模板</dc:subject>
  <dc:creator>OpenAI</dc:creator>
  <cp:lastModifiedBy>OpenAI</cp:lastModifiedBy>
  <cp:revision>1</cp:revision>
  <dcterms:created xsi:type="dcterms:W3CDTF">2026-09-03T06:41:42Z</dcterms:created>
  <dcterms:modified xsi:type="dcterms:W3CDTF">2026-09-03T06:41:42Z</dcterms:modified>
</cp:coreProperties>
</file>